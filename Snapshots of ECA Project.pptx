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B807-0C60-4839-8187-A51571DBDB25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33CB-55BC-4835-A168-AF497629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4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B807-0C60-4839-8187-A51571DBDB25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33CB-55BC-4835-A168-AF497629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90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B807-0C60-4839-8187-A51571DBDB25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33CB-55BC-4835-A168-AF497629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9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B807-0C60-4839-8187-A51571DBDB25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33CB-55BC-4835-A168-AF497629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71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B807-0C60-4839-8187-A51571DBDB25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33CB-55BC-4835-A168-AF497629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41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B807-0C60-4839-8187-A51571DBDB25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33CB-55BC-4835-A168-AF497629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83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B807-0C60-4839-8187-A51571DBDB25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33CB-55BC-4835-A168-AF497629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7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B807-0C60-4839-8187-A51571DBDB25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33CB-55BC-4835-A168-AF497629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15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B807-0C60-4839-8187-A51571DBDB25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33CB-55BC-4835-A168-AF497629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8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B807-0C60-4839-8187-A51571DBDB25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33CB-55BC-4835-A168-AF497629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14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B807-0C60-4839-8187-A51571DBDB25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33CB-55BC-4835-A168-AF497629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2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3B807-0C60-4839-8187-A51571DBDB25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B33CB-55BC-4835-A168-AF497629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97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06" y="0"/>
            <a:ext cx="10941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75" y="0"/>
            <a:ext cx="110006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73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30" y="0"/>
            <a:ext cx="109745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90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55" y="0"/>
            <a:ext cx="110426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3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2026-10-24T13:42:24Z</dcterms:created>
  <dcterms:modified xsi:type="dcterms:W3CDTF">2026-10-24T13:43:17Z</dcterms:modified>
</cp:coreProperties>
</file>